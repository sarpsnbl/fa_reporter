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1388388" cy="30275213"/>
  <p:notesSz cx="6858000" cy="9144000"/>
  <p:embeddedFontLst>
    <p:embeddedFont>
      <p:font typeface="Nyutro Sans" panose="020B0604020202020204" charset="0"/>
      <p:regular r:id="rId3"/>
    </p:embeddedFont>
    <p:embeddedFont>
      <p:font typeface="Nyutro Sans Bold" panose="020B0604020202020204" charset="0"/>
      <p:regular r:id="rId4"/>
    </p:embeddedFont>
  </p:embeddedFontLst>
  <p:defaultTextStyle>
    <a:defPPr>
      <a:defRPr lang="en-US"/>
    </a:defPPr>
    <a:lvl1pPr marL="0" algn="l" defTabSz="1294580" rtl="0" eaLnBrk="1" latinLnBrk="0" hangingPunct="1">
      <a:defRPr sz="2549" kern="1200">
        <a:solidFill>
          <a:schemeClr val="tx1"/>
        </a:solidFill>
        <a:latin typeface="+mn-lt"/>
        <a:ea typeface="+mn-ea"/>
        <a:cs typeface="+mn-cs"/>
      </a:defRPr>
    </a:lvl1pPr>
    <a:lvl2pPr marL="647290" algn="l" defTabSz="1294580" rtl="0" eaLnBrk="1" latinLnBrk="0" hangingPunct="1">
      <a:defRPr sz="2549" kern="1200">
        <a:solidFill>
          <a:schemeClr val="tx1"/>
        </a:solidFill>
        <a:latin typeface="+mn-lt"/>
        <a:ea typeface="+mn-ea"/>
        <a:cs typeface="+mn-cs"/>
      </a:defRPr>
    </a:lvl2pPr>
    <a:lvl3pPr marL="1294580" algn="l" defTabSz="1294580" rtl="0" eaLnBrk="1" latinLnBrk="0" hangingPunct="1">
      <a:defRPr sz="2549" kern="1200">
        <a:solidFill>
          <a:schemeClr val="tx1"/>
        </a:solidFill>
        <a:latin typeface="+mn-lt"/>
        <a:ea typeface="+mn-ea"/>
        <a:cs typeface="+mn-cs"/>
      </a:defRPr>
    </a:lvl3pPr>
    <a:lvl4pPr marL="1941870" algn="l" defTabSz="1294580" rtl="0" eaLnBrk="1" latinLnBrk="0" hangingPunct="1">
      <a:defRPr sz="2549" kern="1200">
        <a:solidFill>
          <a:schemeClr val="tx1"/>
        </a:solidFill>
        <a:latin typeface="+mn-lt"/>
        <a:ea typeface="+mn-ea"/>
        <a:cs typeface="+mn-cs"/>
      </a:defRPr>
    </a:lvl4pPr>
    <a:lvl5pPr marL="2589161" algn="l" defTabSz="1294580" rtl="0" eaLnBrk="1" latinLnBrk="0" hangingPunct="1">
      <a:defRPr sz="2549" kern="1200">
        <a:solidFill>
          <a:schemeClr val="tx1"/>
        </a:solidFill>
        <a:latin typeface="+mn-lt"/>
        <a:ea typeface="+mn-ea"/>
        <a:cs typeface="+mn-cs"/>
      </a:defRPr>
    </a:lvl5pPr>
    <a:lvl6pPr marL="3236451" algn="l" defTabSz="1294580" rtl="0" eaLnBrk="1" latinLnBrk="0" hangingPunct="1">
      <a:defRPr sz="2549" kern="1200">
        <a:solidFill>
          <a:schemeClr val="tx1"/>
        </a:solidFill>
        <a:latin typeface="+mn-lt"/>
        <a:ea typeface="+mn-ea"/>
        <a:cs typeface="+mn-cs"/>
      </a:defRPr>
    </a:lvl6pPr>
    <a:lvl7pPr marL="3883741" algn="l" defTabSz="1294580" rtl="0" eaLnBrk="1" latinLnBrk="0" hangingPunct="1">
      <a:defRPr sz="2549" kern="1200">
        <a:solidFill>
          <a:schemeClr val="tx1"/>
        </a:solidFill>
        <a:latin typeface="+mn-lt"/>
        <a:ea typeface="+mn-ea"/>
        <a:cs typeface="+mn-cs"/>
      </a:defRPr>
    </a:lvl7pPr>
    <a:lvl8pPr marL="4531032" algn="l" defTabSz="1294580" rtl="0" eaLnBrk="1" latinLnBrk="0" hangingPunct="1">
      <a:defRPr sz="2549" kern="1200">
        <a:solidFill>
          <a:schemeClr val="tx1"/>
        </a:solidFill>
        <a:latin typeface="+mn-lt"/>
        <a:ea typeface="+mn-ea"/>
        <a:cs typeface="+mn-cs"/>
      </a:defRPr>
    </a:lvl8pPr>
    <a:lvl9pPr marL="5178323" algn="l" defTabSz="1294580" rtl="0" eaLnBrk="1" latinLnBrk="0" hangingPunct="1">
      <a:defRPr sz="254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0" userDrawn="1">
          <p15:clr>
            <a:srgbClr val="A4A3A4"/>
          </p15:clr>
        </p15:guide>
        <p15:guide id="2" pos="40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6" d="100"/>
          <a:sy n="16" d="100"/>
        </p:scale>
        <p:origin x="2032" y="8"/>
      </p:cViewPr>
      <p:guideLst>
        <p:guide orient="horz" pos="3060"/>
        <p:guide pos="40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0566" y="3017628"/>
            <a:ext cx="10999742" cy="20822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131" y="5504584"/>
            <a:ext cx="9058611" cy="24824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7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940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41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881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351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82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29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76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2240" y="6242129"/>
            <a:ext cx="10999742" cy="1929303"/>
          </a:xfrm>
        </p:spPr>
        <p:txBody>
          <a:bodyPr anchor="t"/>
          <a:lstStyle>
            <a:lvl1pPr algn="l">
              <a:defRPr sz="566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2240" y="4117198"/>
            <a:ext cx="10999742" cy="2124931"/>
          </a:xfrm>
        </p:spPr>
        <p:txBody>
          <a:bodyPr anchor="b"/>
          <a:lstStyle>
            <a:lvl1pPr marL="0" indent="0">
              <a:buNone/>
              <a:defRPr sz="2830">
                <a:solidFill>
                  <a:schemeClr val="tx1">
                    <a:tint val="75000"/>
                  </a:schemeClr>
                </a:solidFill>
              </a:defRPr>
            </a:lvl1pPr>
            <a:lvl2pPr marL="647029" indent="0">
              <a:buNone/>
              <a:defRPr sz="2547">
                <a:solidFill>
                  <a:schemeClr val="tx1">
                    <a:tint val="75000"/>
                  </a:schemeClr>
                </a:solidFill>
              </a:defRPr>
            </a:lvl2pPr>
            <a:lvl3pPr marL="1294059" indent="0">
              <a:buNone/>
              <a:defRPr sz="2264">
                <a:solidFill>
                  <a:schemeClr val="tx1">
                    <a:tint val="75000"/>
                  </a:schemeClr>
                </a:solidFill>
              </a:defRPr>
            </a:lvl3pPr>
            <a:lvl4pPr marL="1941088" indent="0">
              <a:buNone/>
              <a:defRPr sz="1981">
                <a:solidFill>
                  <a:schemeClr val="tx1">
                    <a:tint val="75000"/>
                  </a:schemeClr>
                </a:solidFill>
              </a:defRPr>
            </a:lvl4pPr>
            <a:lvl5pPr marL="2588118" indent="0">
              <a:buNone/>
              <a:defRPr sz="1981">
                <a:solidFill>
                  <a:schemeClr val="tx1">
                    <a:tint val="75000"/>
                  </a:schemeClr>
                </a:solidFill>
              </a:defRPr>
            </a:lvl5pPr>
            <a:lvl6pPr marL="3235147" indent="0">
              <a:buNone/>
              <a:defRPr sz="1981">
                <a:solidFill>
                  <a:schemeClr val="tx1">
                    <a:tint val="75000"/>
                  </a:schemeClr>
                </a:solidFill>
              </a:defRPr>
            </a:lvl6pPr>
            <a:lvl7pPr marL="3882177" indent="0">
              <a:buNone/>
              <a:defRPr sz="1981">
                <a:solidFill>
                  <a:schemeClr val="tx1">
                    <a:tint val="75000"/>
                  </a:schemeClr>
                </a:solidFill>
              </a:defRPr>
            </a:lvl7pPr>
            <a:lvl8pPr marL="4529206" indent="0">
              <a:buNone/>
              <a:defRPr sz="1981">
                <a:solidFill>
                  <a:schemeClr val="tx1">
                    <a:tint val="75000"/>
                  </a:schemeClr>
                </a:solidFill>
              </a:defRPr>
            </a:lvl8pPr>
            <a:lvl9pPr marL="5176236" indent="0">
              <a:buNone/>
              <a:defRPr sz="19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044" y="2266595"/>
            <a:ext cx="5715552" cy="6410773"/>
          </a:xfrm>
        </p:spPr>
        <p:txBody>
          <a:bodyPr/>
          <a:lstStyle>
            <a:lvl1pPr>
              <a:defRPr sz="3963"/>
            </a:lvl1pPr>
            <a:lvl2pPr>
              <a:defRPr sz="3396"/>
            </a:lvl2pPr>
            <a:lvl3pPr>
              <a:defRPr sz="2830"/>
            </a:lvl3pPr>
            <a:lvl4pPr>
              <a:defRPr sz="2547"/>
            </a:lvl4pPr>
            <a:lvl5pPr>
              <a:defRPr sz="2547"/>
            </a:lvl5pPr>
            <a:lvl6pPr>
              <a:defRPr sz="2547"/>
            </a:lvl6pPr>
            <a:lvl7pPr>
              <a:defRPr sz="2547"/>
            </a:lvl7pPr>
            <a:lvl8pPr>
              <a:defRPr sz="2547"/>
            </a:lvl8pPr>
            <a:lvl9pPr>
              <a:defRPr sz="25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278" y="2266595"/>
            <a:ext cx="5715552" cy="6410773"/>
          </a:xfrm>
        </p:spPr>
        <p:txBody>
          <a:bodyPr/>
          <a:lstStyle>
            <a:lvl1pPr>
              <a:defRPr sz="3963"/>
            </a:lvl1pPr>
            <a:lvl2pPr>
              <a:defRPr sz="3396"/>
            </a:lvl2pPr>
            <a:lvl3pPr>
              <a:defRPr sz="2830"/>
            </a:lvl3pPr>
            <a:lvl4pPr>
              <a:defRPr sz="2547"/>
            </a:lvl4pPr>
            <a:lvl5pPr>
              <a:defRPr sz="2547"/>
            </a:lvl5pPr>
            <a:lvl6pPr>
              <a:defRPr sz="2547"/>
            </a:lvl6pPr>
            <a:lvl7pPr>
              <a:defRPr sz="2547"/>
            </a:lvl7pPr>
            <a:lvl8pPr>
              <a:defRPr sz="2547"/>
            </a:lvl8pPr>
            <a:lvl9pPr>
              <a:defRPr sz="25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7044" y="2174401"/>
            <a:ext cx="5717800" cy="906187"/>
          </a:xfrm>
        </p:spPr>
        <p:txBody>
          <a:bodyPr anchor="b"/>
          <a:lstStyle>
            <a:lvl1pPr marL="0" indent="0">
              <a:buNone/>
              <a:defRPr sz="3396" b="1"/>
            </a:lvl1pPr>
            <a:lvl2pPr marL="647029" indent="0">
              <a:buNone/>
              <a:defRPr sz="2830" b="1"/>
            </a:lvl2pPr>
            <a:lvl3pPr marL="1294059" indent="0">
              <a:buNone/>
              <a:defRPr sz="2547" b="1"/>
            </a:lvl3pPr>
            <a:lvl4pPr marL="1941088" indent="0">
              <a:buNone/>
              <a:defRPr sz="2264" b="1"/>
            </a:lvl4pPr>
            <a:lvl5pPr marL="2588118" indent="0">
              <a:buNone/>
              <a:defRPr sz="2264" b="1"/>
            </a:lvl5pPr>
            <a:lvl6pPr marL="3235147" indent="0">
              <a:buNone/>
              <a:defRPr sz="2264" b="1"/>
            </a:lvl6pPr>
            <a:lvl7pPr marL="3882177" indent="0">
              <a:buNone/>
              <a:defRPr sz="2264" b="1"/>
            </a:lvl7pPr>
            <a:lvl8pPr marL="4529206" indent="0">
              <a:buNone/>
              <a:defRPr sz="2264" b="1"/>
            </a:lvl8pPr>
            <a:lvl9pPr marL="5176236" indent="0">
              <a:buNone/>
              <a:defRPr sz="22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044" y="3080588"/>
            <a:ext cx="5717800" cy="5596778"/>
          </a:xfrm>
        </p:spPr>
        <p:txBody>
          <a:bodyPr/>
          <a:lstStyle>
            <a:lvl1pPr>
              <a:defRPr sz="3396"/>
            </a:lvl1pPr>
            <a:lvl2pPr>
              <a:defRPr sz="2830"/>
            </a:lvl2pPr>
            <a:lvl3pPr>
              <a:defRPr sz="2547"/>
            </a:lvl3pPr>
            <a:lvl4pPr>
              <a:defRPr sz="2264"/>
            </a:lvl4pPr>
            <a:lvl5pPr>
              <a:defRPr sz="2264"/>
            </a:lvl5pPr>
            <a:lvl6pPr>
              <a:defRPr sz="2264"/>
            </a:lvl6pPr>
            <a:lvl7pPr>
              <a:defRPr sz="2264"/>
            </a:lvl7pPr>
            <a:lvl8pPr>
              <a:defRPr sz="2264"/>
            </a:lvl8pPr>
            <a:lvl9pPr>
              <a:defRPr sz="22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73786" y="2174401"/>
            <a:ext cx="5720046" cy="906187"/>
          </a:xfrm>
        </p:spPr>
        <p:txBody>
          <a:bodyPr anchor="b"/>
          <a:lstStyle>
            <a:lvl1pPr marL="0" indent="0">
              <a:buNone/>
              <a:defRPr sz="3396" b="1"/>
            </a:lvl1pPr>
            <a:lvl2pPr marL="647029" indent="0">
              <a:buNone/>
              <a:defRPr sz="2830" b="1"/>
            </a:lvl2pPr>
            <a:lvl3pPr marL="1294059" indent="0">
              <a:buNone/>
              <a:defRPr sz="2547" b="1"/>
            </a:lvl3pPr>
            <a:lvl4pPr marL="1941088" indent="0">
              <a:buNone/>
              <a:defRPr sz="2264" b="1"/>
            </a:lvl4pPr>
            <a:lvl5pPr marL="2588118" indent="0">
              <a:buNone/>
              <a:defRPr sz="2264" b="1"/>
            </a:lvl5pPr>
            <a:lvl6pPr marL="3235147" indent="0">
              <a:buNone/>
              <a:defRPr sz="2264" b="1"/>
            </a:lvl6pPr>
            <a:lvl7pPr marL="3882177" indent="0">
              <a:buNone/>
              <a:defRPr sz="2264" b="1"/>
            </a:lvl7pPr>
            <a:lvl8pPr marL="4529206" indent="0">
              <a:buNone/>
              <a:defRPr sz="2264" b="1"/>
            </a:lvl8pPr>
            <a:lvl9pPr marL="5176236" indent="0">
              <a:buNone/>
              <a:defRPr sz="22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73786" y="3080588"/>
            <a:ext cx="5720046" cy="5596778"/>
          </a:xfrm>
        </p:spPr>
        <p:txBody>
          <a:bodyPr/>
          <a:lstStyle>
            <a:lvl1pPr>
              <a:defRPr sz="3396"/>
            </a:lvl1pPr>
            <a:lvl2pPr>
              <a:defRPr sz="2830"/>
            </a:lvl2pPr>
            <a:lvl3pPr>
              <a:defRPr sz="2547"/>
            </a:lvl3pPr>
            <a:lvl4pPr>
              <a:defRPr sz="2264"/>
            </a:lvl4pPr>
            <a:lvl5pPr>
              <a:defRPr sz="2264"/>
            </a:lvl5pPr>
            <a:lvl6pPr>
              <a:defRPr sz="2264"/>
            </a:lvl6pPr>
            <a:lvl7pPr>
              <a:defRPr sz="2264"/>
            </a:lvl7pPr>
            <a:lvl8pPr>
              <a:defRPr sz="2264"/>
            </a:lvl8pPr>
            <a:lvl9pPr>
              <a:defRPr sz="22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044" y="386760"/>
            <a:ext cx="4257458" cy="1645979"/>
          </a:xfrm>
        </p:spPr>
        <p:txBody>
          <a:bodyPr anchor="b"/>
          <a:lstStyle>
            <a:lvl1pPr algn="l">
              <a:defRPr sz="283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9522" y="386762"/>
            <a:ext cx="7234308" cy="8290606"/>
          </a:xfrm>
        </p:spPr>
        <p:txBody>
          <a:bodyPr/>
          <a:lstStyle>
            <a:lvl1pPr>
              <a:defRPr sz="4529"/>
            </a:lvl1pPr>
            <a:lvl2pPr>
              <a:defRPr sz="3963"/>
            </a:lvl2pPr>
            <a:lvl3pPr>
              <a:defRPr sz="3396"/>
            </a:lvl3pPr>
            <a:lvl4pPr>
              <a:defRPr sz="2830"/>
            </a:lvl4pPr>
            <a:lvl5pPr>
              <a:defRPr sz="2830"/>
            </a:lvl5pPr>
            <a:lvl6pPr>
              <a:defRPr sz="2830"/>
            </a:lvl6pPr>
            <a:lvl7pPr>
              <a:defRPr sz="2830"/>
            </a:lvl7pPr>
            <a:lvl8pPr>
              <a:defRPr sz="2830"/>
            </a:lvl8pPr>
            <a:lvl9pPr>
              <a:defRPr sz="28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7044" y="2032741"/>
            <a:ext cx="4257458" cy="6644627"/>
          </a:xfrm>
        </p:spPr>
        <p:txBody>
          <a:bodyPr/>
          <a:lstStyle>
            <a:lvl1pPr marL="0" indent="0">
              <a:buNone/>
              <a:defRPr sz="1981"/>
            </a:lvl1pPr>
            <a:lvl2pPr marL="647029" indent="0">
              <a:buNone/>
              <a:defRPr sz="1698"/>
            </a:lvl2pPr>
            <a:lvl3pPr marL="1294059" indent="0">
              <a:buNone/>
              <a:defRPr sz="1415"/>
            </a:lvl3pPr>
            <a:lvl4pPr marL="1941088" indent="0">
              <a:buNone/>
              <a:defRPr sz="1274"/>
            </a:lvl4pPr>
            <a:lvl5pPr marL="2588118" indent="0">
              <a:buNone/>
              <a:defRPr sz="1274"/>
            </a:lvl5pPr>
            <a:lvl6pPr marL="3235147" indent="0">
              <a:buNone/>
              <a:defRPr sz="1274"/>
            </a:lvl6pPr>
            <a:lvl7pPr marL="3882177" indent="0">
              <a:buNone/>
              <a:defRPr sz="1274"/>
            </a:lvl7pPr>
            <a:lvl8pPr marL="4529206" indent="0">
              <a:buNone/>
              <a:defRPr sz="1274"/>
            </a:lvl8pPr>
            <a:lvl9pPr marL="5176236" indent="0">
              <a:buNone/>
              <a:defRPr sz="12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36502" y="6799780"/>
            <a:ext cx="7764524" cy="802753"/>
          </a:xfrm>
        </p:spPr>
        <p:txBody>
          <a:bodyPr anchor="b"/>
          <a:lstStyle>
            <a:lvl1pPr algn="l">
              <a:defRPr sz="283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36502" y="867963"/>
            <a:ext cx="7764524" cy="5828383"/>
          </a:xfrm>
        </p:spPr>
        <p:txBody>
          <a:bodyPr/>
          <a:lstStyle>
            <a:lvl1pPr marL="0" indent="0">
              <a:buNone/>
              <a:defRPr sz="4529"/>
            </a:lvl1pPr>
            <a:lvl2pPr marL="647029" indent="0">
              <a:buNone/>
              <a:defRPr sz="3963"/>
            </a:lvl2pPr>
            <a:lvl3pPr marL="1294059" indent="0">
              <a:buNone/>
              <a:defRPr sz="3396"/>
            </a:lvl3pPr>
            <a:lvl4pPr marL="1941088" indent="0">
              <a:buNone/>
              <a:defRPr sz="2830"/>
            </a:lvl4pPr>
            <a:lvl5pPr marL="2588118" indent="0">
              <a:buNone/>
              <a:defRPr sz="2830"/>
            </a:lvl5pPr>
            <a:lvl6pPr marL="3235147" indent="0">
              <a:buNone/>
              <a:defRPr sz="2830"/>
            </a:lvl6pPr>
            <a:lvl7pPr marL="3882177" indent="0">
              <a:buNone/>
              <a:defRPr sz="2830"/>
            </a:lvl7pPr>
            <a:lvl8pPr marL="4529206" indent="0">
              <a:buNone/>
              <a:defRPr sz="2830"/>
            </a:lvl8pPr>
            <a:lvl9pPr marL="5176236" indent="0">
              <a:buNone/>
              <a:defRPr sz="283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36502" y="7602533"/>
            <a:ext cx="7764524" cy="1140042"/>
          </a:xfrm>
        </p:spPr>
        <p:txBody>
          <a:bodyPr/>
          <a:lstStyle>
            <a:lvl1pPr marL="0" indent="0">
              <a:buNone/>
              <a:defRPr sz="1981"/>
            </a:lvl1pPr>
            <a:lvl2pPr marL="647029" indent="0">
              <a:buNone/>
              <a:defRPr sz="1698"/>
            </a:lvl2pPr>
            <a:lvl3pPr marL="1294059" indent="0">
              <a:buNone/>
              <a:defRPr sz="1415"/>
            </a:lvl3pPr>
            <a:lvl4pPr marL="1941088" indent="0">
              <a:buNone/>
              <a:defRPr sz="1274"/>
            </a:lvl4pPr>
            <a:lvl5pPr marL="2588118" indent="0">
              <a:buNone/>
              <a:defRPr sz="1274"/>
            </a:lvl5pPr>
            <a:lvl6pPr marL="3235147" indent="0">
              <a:buNone/>
              <a:defRPr sz="1274"/>
            </a:lvl6pPr>
            <a:lvl7pPr marL="3882177" indent="0">
              <a:buNone/>
              <a:defRPr sz="1274"/>
            </a:lvl7pPr>
            <a:lvl8pPr marL="4529206" indent="0">
              <a:buNone/>
              <a:defRPr sz="1274"/>
            </a:lvl8pPr>
            <a:lvl9pPr marL="5176236" indent="0">
              <a:buNone/>
              <a:defRPr sz="12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82133" y="389011"/>
            <a:ext cx="2911697" cy="82883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7044" y="389011"/>
            <a:ext cx="8519408" cy="82883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7044" y="389009"/>
            <a:ext cx="11646786" cy="1618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7044" y="2266595"/>
            <a:ext cx="11646786" cy="641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7045" y="9003415"/>
            <a:ext cx="3019537" cy="5171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15-May-26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1465" y="9003415"/>
            <a:ext cx="4097943" cy="5171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74294" y="9003415"/>
            <a:ext cx="3019537" cy="5171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94059" rtl="0" eaLnBrk="1" latinLnBrk="0" hangingPunct="1">
        <a:spcBef>
          <a:spcPct val="0"/>
        </a:spcBef>
        <a:buNone/>
        <a:defRPr sz="6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5272" indent="-485272" algn="l" defTabSz="1294059" rtl="0" eaLnBrk="1" latinLnBrk="0" hangingPunct="1">
        <a:spcBef>
          <a:spcPct val="20000"/>
        </a:spcBef>
        <a:buFont typeface="Arial" pitchFamily="34" charset="0"/>
        <a:buChar char="•"/>
        <a:defRPr sz="4529" kern="1200">
          <a:solidFill>
            <a:schemeClr val="tx1"/>
          </a:solidFill>
          <a:latin typeface="+mn-lt"/>
          <a:ea typeface="+mn-ea"/>
          <a:cs typeface="+mn-cs"/>
        </a:defRPr>
      </a:lvl1pPr>
      <a:lvl2pPr marL="1051423" indent="-404393" algn="l" defTabSz="1294059" rtl="0" eaLnBrk="1" latinLnBrk="0" hangingPunct="1">
        <a:spcBef>
          <a:spcPct val="20000"/>
        </a:spcBef>
        <a:buFont typeface="Arial" pitchFamily="34" charset="0"/>
        <a:buChar char="–"/>
        <a:defRPr sz="3963" kern="1200">
          <a:solidFill>
            <a:schemeClr val="tx1"/>
          </a:solidFill>
          <a:latin typeface="+mn-lt"/>
          <a:ea typeface="+mn-ea"/>
          <a:cs typeface="+mn-cs"/>
        </a:defRPr>
      </a:lvl2pPr>
      <a:lvl3pPr marL="1617574" indent="-323515" algn="l" defTabSz="1294059" rtl="0" eaLnBrk="1" latinLnBrk="0" hangingPunct="1">
        <a:spcBef>
          <a:spcPct val="20000"/>
        </a:spcBef>
        <a:buFont typeface="Arial" pitchFamily="34" charset="0"/>
        <a:buChar char="•"/>
        <a:defRPr sz="3396" kern="1200">
          <a:solidFill>
            <a:schemeClr val="tx1"/>
          </a:solidFill>
          <a:latin typeface="+mn-lt"/>
          <a:ea typeface="+mn-ea"/>
          <a:cs typeface="+mn-cs"/>
        </a:defRPr>
      </a:lvl3pPr>
      <a:lvl4pPr marL="2264603" indent="-323515" algn="l" defTabSz="1294059" rtl="0" eaLnBrk="1" latinLnBrk="0" hangingPunct="1">
        <a:spcBef>
          <a:spcPct val="20000"/>
        </a:spcBef>
        <a:buFont typeface="Arial" pitchFamily="34" charset="0"/>
        <a:buChar char="–"/>
        <a:defRPr sz="2830" kern="1200">
          <a:solidFill>
            <a:schemeClr val="tx1"/>
          </a:solidFill>
          <a:latin typeface="+mn-lt"/>
          <a:ea typeface="+mn-ea"/>
          <a:cs typeface="+mn-cs"/>
        </a:defRPr>
      </a:lvl4pPr>
      <a:lvl5pPr marL="2911632" indent="-323515" algn="l" defTabSz="1294059" rtl="0" eaLnBrk="1" latinLnBrk="0" hangingPunct="1">
        <a:spcBef>
          <a:spcPct val="20000"/>
        </a:spcBef>
        <a:buFont typeface="Arial" pitchFamily="34" charset="0"/>
        <a:buChar char="»"/>
        <a:defRPr sz="2830" kern="1200">
          <a:solidFill>
            <a:schemeClr val="tx1"/>
          </a:solidFill>
          <a:latin typeface="+mn-lt"/>
          <a:ea typeface="+mn-ea"/>
          <a:cs typeface="+mn-cs"/>
        </a:defRPr>
      </a:lvl5pPr>
      <a:lvl6pPr marL="3558662" indent="-323515" algn="l" defTabSz="1294059" rtl="0" eaLnBrk="1" latinLnBrk="0" hangingPunct="1">
        <a:spcBef>
          <a:spcPct val="20000"/>
        </a:spcBef>
        <a:buFont typeface="Arial" pitchFamily="34" charset="0"/>
        <a:buChar char="•"/>
        <a:defRPr sz="2830" kern="1200">
          <a:solidFill>
            <a:schemeClr val="tx1"/>
          </a:solidFill>
          <a:latin typeface="+mn-lt"/>
          <a:ea typeface="+mn-ea"/>
          <a:cs typeface="+mn-cs"/>
        </a:defRPr>
      </a:lvl6pPr>
      <a:lvl7pPr marL="4205691" indent="-323515" algn="l" defTabSz="1294059" rtl="0" eaLnBrk="1" latinLnBrk="0" hangingPunct="1">
        <a:spcBef>
          <a:spcPct val="20000"/>
        </a:spcBef>
        <a:buFont typeface="Arial" pitchFamily="34" charset="0"/>
        <a:buChar char="•"/>
        <a:defRPr sz="2830" kern="1200">
          <a:solidFill>
            <a:schemeClr val="tx1"/>
          </a:solidFill>
          <a:latin typeface="+mn-lt"/>
          <a:ea typeface="+mn-ea"/>
          <a:cs typeface="+mn-cs"/>
        </a:defRPr>
      </a:lvl7pPr>
      <a:lvl8pPr marL="4852721" indent="-323515" algn="l" defTabSz="1294059" rtl="0" eaLnBrk="1" latinLnBrk="0" hangingPunct="1">
        <a:spcBef>
          <a:spcPct val="20000"/>
        </a:spcBef>
        <a:buFont typeface="Arial" pitchFamily="34" charset="0"/>
        <a:buChar char="•"/>
        <a:defRPr sz="2830" kern="1200">
          <a:solidFill>
            <a:schemeClr val="tx1"/>
          </a:solidFill>
          <a:latin typeface="+mn-lt"/>
          <a:ea typeface="+mn-ea"/>
          <a:cs typeface="+mn-cs"/>
        </a:defRPr>
      </a:lvl8pPr>
      <a:lvl9pPr marL="5499750" indent="-323515" algn="l" defTabSz="1294059" rtl="0" eaLnBrk="1" latinLnBrk="0" hangingPunct="1">
        <a:spcBef>
          <a:spcPct val="20000"/>
        </a:spcBef>
        <a:buFont typeface="Arial" pitchFamily="34" charset="0"/>
        <a:buChar char="•"/>
        <a:defRPr sz="28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94059" rtl="0" eaLnBrk="1" latinLnBrk="0" hangingPunct="1">
        <a:defRPr sz="2547" kern="1200">
          <a:solidFill>
            <a:schemeClr val="tx1"/>
          </a:solidFill>
          <a:latin typeface="+mn-lt"/>
          <a:ea typeface="+mn-ea"/>
          <a:cs typeface="+mn-cs"/>
        </a:defRPr>
      </a:lvl1pPr>
      <a:lvl2pPr marL="647029" algn="l" defTabSz="1294059" rtl="0" eaLnBrk="1" latinLnBrk="0" hangingPunct="1">
        <a:defRPr sz="2547" kern="1200">
          <a:solidFill>
            <a:schemeClr val="tx1"/>
          </a:solidFill>
          <a:latin typeface="+mn-lt"/>
          <a:ea typeface="+mn-ea"/>
          <a:cs typeface="+mn-cs"/>
        </a:defRPr>
      </a:lvl2pPr>
      <a:lvl3pPr marL="1294059" algn="l" defTabSz="1294059" rtl="0" eaLnBrk="1" latinLnBrk="0" hangingPunct="1">
        <a:defRPr sz="2547" kern="1200">
          <a:solidFill>
            <a:schemeClr val="tx1"/>
          </a:solidFill>
          <a:latin typeface="+mn-lt"/>
          <a:ea typeface="+mn-ea"/>
          <a:cs typeface="+mn-cs"/>
        </a:defRPr>
      </a:lvl3pPr>
      <a:lvl4pPr marL="1941088" algn="l" defTabSz="1294059" rtl="0" eaLnBrk="1" latinLnBrk="0" hangingPunct="1">
        <a:defRPr sz="2547" kern="1200">
          <a:solidFill>
            <a:schemeClr val="tx1"/>
          </a:solidFill>
          <a:latin typeface="+mn-lt"/>
          <a:ea typeface="+mn-ea"/>
          <a:cs typeface="+mn-cs"/>
        </a:defRPr>
      </a:lvl4pPr>
      <a:lvl5pPr marL="2588118" algn="l" defTabSz="1294059" rtl="0" eaLnBrk="1" latinLnBrk="0" hangingPunct="1">
        <a:defRPr sz="2547" kern="1200">
          <a:solidFill>
            <a:schemeClr val="tx1"/>
          </a:solidFill>
          <a:latin typeface="+mn-lt"/>
          <a:ea typeface="+mn-ea"/>
          <a:cs typeface="+mn-cs"/>
        </a:defRPr>
      </a:lvl5pPr>
      <a:lvl6pPr marL="3235147" algn="l" defTabSz="1294059" rtl="0" eaLnBrk="1" latinLnBrk="0" hangingPunct="1">
        <a:defRPr sz="2547" kern="1200">
          <a:solidFill>
            <a:schemeClr val="tx1"/>
          </a:solidFill>
          <a:latin typeface="+mn-lt"/>
          <a:ea typeface="+mn-ea"/>
          <a:cs typeface="+mn-cs"/>
        </a:defRPr>
      </a:lvl6pPr>
      <a:lvl7pPr marL="3882177" algn="l" defTabSz="1294059" rtl="0" eaLnBrk="1" latinLnBrk="0" hangingPunct="1">
        <a:defRPr sz="2547" kern="1200">
          <a:solidFill>
            <a:schemeClr val="tx1"/>
          </a:solidFill>
          <a:latin typeface="+mn-lt"/>
          <a:ea typeface="+mn-ea"/>
          <a:cs typeface="+mn-cs"/>
        </a:defRPr>
      </a:lvl7pPr>
      <a:lvl8pPr marL="4529206" algn="l" defTabSz="1294059" rtl="0" eaLnBrk="1" latinLnBrk="0" hangingPunct="1">
        <a:defRPr sz="2547" kern="1200">
          <a:solidFill>
            <a:schemeClr val="tx1"/>
          </a:solidFill>
          <a:latin typeface="+mn-lt"/>
          <a:ea typeface="+mn-ea"/>
          <a:cs typeface="+mn-cs"/>
        </a:defRPr>
      </a:lvl8pPr>
      <a:lvl9pPr marL="5176236" algn="l" defTabSz="1294059" rtl="0" eaLnBrk="1" latinLnBrk="0" hangingPunct="1">
        <a:defRPr sz="25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8336" y="1162590"/>
            <a:ext cx="18501629" cy="3722202"/>
            <a:chOff x="0" y="0"/>
            <a:chExt cx="2167467" cy="4360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7467" cy="436056"/>
            </a:xfrm>
            <a:custGeom>
              <a:avLst/>
              <a:gdLst/>
              <a:ahLst/>
              <a:cxnLst/>
              <a:rect l="l" t="t" r="r" b="b"/>
              <a:pathLst>
                <a:path w="2167467" h="436056">
                  <a:moveTo>
                    <a:pt x="0" y="0"/>
                  </a:moveTo>
                  <a:lnTo>
                    <a:pt x="2167467" y="0"/>
                  </a:lnTo>
                  <a:lnTo>
                    <a:pt x="2167467" y="436056"/>
                  </a:lnTo>
                  <a:lnTo>
                    <a:pt x="0" y="436056"/>
                  </a:lnTo>
                  <a:close/>
                </a:path>
              </a:pathLst>
            </a:custGeom>
            <a:solidFill>
              <a:srgbClr val="D1DAD8"/>
            </a:solidFill>
          </p:spPr>
          <p:txBody>
            <a:bodyPr/>
            <a:lstStyle/>
            <a:p>
              <a:endParaRPr lang="en-US" sz="3607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67467" cy="493206"/>
            </a:xfrm>
            <a:prstGeom prst="rect">
              <a:avLst/>
            </a:prstGeom>
          </p:spPr>
          <p:txBody>
            <a:bodyPr lIns="71894" tIns="71894" rIns="71894" bIns="71894" rtlCol="0" anchor="ctr"/>
            <a:lstStyle/>
            <a:p>
              <a:pPr algn="ctr">
                <a:lnSpc>
                  <a:spcPts val="5746"/>
                </a:lnSpc>
                <a:spcBef>
                  <a:spcPct val="0"/>
                </a:spcBef>
              </a:pPr>
              <a:endParaRPr sz="3607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65721" y="18342745"/>
            <a:ext cx="9884240" cy="7293028"/>
            <a:chOff x="0" y="0"/>
            <a:chExt cx="1157939" cy="8543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57939" cy="854379"/>
            </a:xfrm>
            <a:custGeom>
              <a:avLst/>
              <a:gdLst/>
              <a:ahLst/>
              <a:cxnLst/>
              <a:rect l="l" t="t" r="r" b="b"/>
              <a:pathLst>
                <a:path w="1157939" h="854379">
                  <a:moveTo>
                    <a:pt x="0" y="0"/>
                  </a:moveTo>
                  <a:lnTo>
                    <a:pt x="1157939" y="0"/>
                  </a:lnTo>
                  <a:lnTo>
                    <a:pt x="1157939" y="854379"/>
                  </a:lnTo>
                  <a:lnTo>
                    <a:pt x="0" y="854379"/>
                  </a:lnTo>
                  <a:close/>
                </a:path>
              </a:pathLst>
            </a:custGeom>
            <a:ln w="38100" cap="sq">
              <a:solidFill>
                <a:srgbClr val="D1DAD8"/>
              </a:solidFill>
              <a:prstDash val="solid"/>
              <a:miter/>
            </a:ln>
          </p:spPr>
          <p:txBody>
            <a:bodyPr/>
            <a:lstStyle/>
            <a:p>
              <a:endParaRPr lang="en-US" sz="3607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157939" cy="911529"/>
            </a:xfrm>
            <a:prstGeom prst="rect">
              <a:avLst/>
            </a:prstGeom>
          </p:spPr>
          <p:txBody>
            <a:bodyPr lIns="71894" tIns="71894" rIns="71894" bIns="71894" rtlCol="0" anchor="ctr"/>
            <a:lstStyle/>
            <a:p>
              <a:pPr algn="ctr">
                <a:lnSpc>
                  <a:spcPts val="5746"/>
                </a:lnSpc>
                <a:spcBef>
                  <a:spcPct val="0"/>
                </a:spcBef>
              </a:pPr>
              <a:endParaRPr sz="3607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65721" y="18342745"/>
            <a:ext cx="9884240" cy="2995144"/>
            <a:chOff x="0" y="0"/>
            <a:chExt cx="1157939" cy="3508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57939" cy="350881"/>
            </a:xfrm>
            <a:custGeom>
              <a:avLst/>
              <a:gdLst/>
              <a:ahLst/>
              <a:cxnLst/>
              <a:rect l="l" t="t" r="r" b="b"/>
              <a:pathLst>
                <a:path w="1157939" h="350881">
                  <a:moveTo>
                    <a:pt x="0" y="0"/>
                  </a:moveTo>
                  <a:lnTo>
                    <a:pt x="1157939" y="0"/>
                  </a:lnTo>
                  <a:lnTo>
                    <a:pt x="1157939" y="350881"/>
                  </a:lnTo>
                  <a:lnTo>
                    <a:pt x="0" y="350881"/>
                  </a:lnTo>
                  <a:close/>
                </a:path>
              </a:pathLst>
            </a:custGeom>
            <a:solidFill>
              <a:srgbClr val="D1DAD8"/>
            </a:solidFill>
          </p:spPr>
          <p:txBody>
            <a:bodyPr/>
            <a:lstStyle/>
            <a:p>
              <a:endParaRPr lang="en-US" sz="3607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157939" cy="408031"/>
            </a:xfrm>
            <a:prstGeom prst="rect">
              <a:avLst/>
            </a:prstGeom>
          </p:spPr>
          <p:txBody>
            <a:bodyPr lIns="71894" tIns="71894" rIns="71894" bIns="71894" rtlCol="0" anchor="ctr"/>
            <a:lstStyle/>
            <a:p>
              <a:pPr algn="ctr">
                <a:lnSpc>
                  <a:spcPts val="5746"/>
                </a:lnSpc>
                <a:spcBef>
                  <a:spcPct val="0"/>
                </a:spcBef>
              </a:pPr>
              <a:endParaRPr sz="3607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501221" y="20612259"/>
            <a:ext cx="4274477" cy="8786184"/>
          </a:xfrm>
          <a:custGeom>
            <a:avLst/>
            <a:gdLst/>
            <a:ahLst/>
            <a:cxnLst/>
            <a:rect l="l" t="t" r="r" b="b"/>
            <a:pathLst>
              <a:path w="3366001" h="6495792">
                <a:moveTo>
                  <a:pt x="0" y="0"/>
                </a:moveTo>
                <a:lnTo>
                  <a:pt x="3366001" y="0"/>
                </a:lnTo>
                <a:lnTo>
                  <a:pt x="3366001" y="6495792"/>
                </a:lnTo>
                <a:lnTo>
                  <a:pt x="0" y="64957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3607"/>
          </a:p>
        </p:txBody>
      </p:sp>
      <p:grpSp>
        <p:nvGrpSpPr>
          <p:cNvPr id="12" name="Group 12"/>
          <p:cNvGrpSpPr/>
          <p:nvPr/>
        </p:nvGrpSpPr>
        <p:grpSpPr>
          <a:xfrm>
            <a:off x="1448336" y="5092058"/>
            <a:ext cx="18501629" cy="4702298"/>
            <a:chOff x="0" y="0"/>
            <a:chExt cx="17430962" cy="4430182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17430962" cy="4430182"/>
              <a:chOff x="0" y="0"/>
              <a:chExt cx="2167467" cy="55087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167467" cy="550874"/>
              </a:xfrm>
              <a:custGeom>
                <a:avLst/>
                <a:gdLst/>
                <a:ahLst/>
                <a:cxnLst/>
                <a:rect l="l" t="t" r="r" b="b"/>
                <a:pathLst>
                  <a:path w="2167467" h="550874">
                    <a:moveTo>
                      <a:pt x="0" y="0"/>
                    </a:moveTo>
                    <a:lnTo>
                      <a:pt x="2167467" y="0"/>
                    </a:lnTo>
                    <a:lnTo>
                      <a:pt x="2167467" y="550874"/>
                    </a:lnTo>
                    <a:lnTo>
                      <a:pt x="0" y="550874"/>
                    </a:lnTo>
                    <a:close/>
                  </a:path>
                </a:pathLst>
              </a:custGeom>
              <a:ln w="38100" cap="sq">
                <a:solidFill>
                  <a:srgbClr val="D1DAD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sz="3607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2167467" cy="608024"/>
              </a:xfrm>
              <a:prstGeom prst="rect">
                <a:avLst/>
              </a:prstGeom>
            </p:spPr>
            <p:txBody>
              <a:bodyPr lIns="71894" tIns="71894" rIns="71894" bIns="71894" rtlCol="0" anchor="ctr"/>
              <a:lstStyle/>
              <a:p>
                <a:pPr algn="ctr">
                  <a:lnSpc>
                    <a:spcPts val="5746"/>
                  </a:lnSpc>
                  <a:spcBef>
                    <a:spcPct val="0"/>
                  </a:spcBef>
                </a:pPr>
                <a:endParaRPr sz="3607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17430962" cy="1383512"/>
              <a:chOff x="0" y="0"/>
              <a:chExt cx="2167467" cy="17203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167467" cy="172034"/>
              </a:xfrm>
              <a:custGeom>
                <a:avLst/>
                <a:gdLst/>
                <a:ahLst/>
                <a:cxnLst/>
                <a:rect l="l" t="t" r="r" b="b"/>
                <a:pathLst>
                  <a:path w="2167467" h="172034">
                    <a:moveTo>
                      <a:pt x="0" y="0"/>
                    </a:moveTo>
                    <a:lnTo>
                      <a:pt x="2167467" y="0"/>
                    </a:lnTo>
                    <a:lnTo>
                      <a:pt x="2167467" y="172034"/>
                    </a:lnTo>
                    <a:lnTo>
                      <a:pt x="0" y="172034"/>
                    </a:lnTo>
                    <a:close/>
                  </a:path>
                </a:pathLst>
              </a:custGeom>
              <a:solidFill>
                <a:srgbClr val="D1DAD8"/>
              </a:solidFill>
            </p:spPr>
            <p:txBody>
              <a:bodyPr/>
              <a:lstStyle/>
              <a:p>
                <a:endParaRPr lang="en-US" sz="3607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2167467" cy="229184"/>
              </a:xfrm>
              <a:prstGeom prst="rect">
                <a:avLst/>
              </a:prstGeom>
            </p:spPr>
            <p:txBody>
              <a:bodyPr lIns="71894" tIns="71894" rIns="71894" bIns="71894" rtlCol="0" anchor="ctr"/>
              <a:lstStyle/>
              <a:p>
                <a:pPr algn="ctr">
                  <a:lnSpc>
                    <a:spcPts val="5746"/>
                  </a:lnSpc>
                  <a:spcBef>
                    <a:spcPct val="0"/>
                  </a:spcBef>
                </a:pPr>
                <a:endParaRPr sz="3607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0" y="371133"/>
              <a:ext cx="17430962" cy="5613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17"/>
                </a:lnSpc>
                <a:spcBef>
                  <a:spcPct val="0"/>
                </a:spcBef>
              </a:pPr>
              <a:r>
                <a:rPr lang="en-US" sz="3583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SAYIMI SANİYELER İÇİNDE TAMAMLAYIN.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609561" y="7030182"/>
            <a:ext cx="18340404" cy="2527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12378" lvl="1" indent="-306190">
              <a:lnSpc>
                <a:spcPts val="397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OCR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Teknolojisi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: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Barkod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gerekmez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;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seri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numaralarını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kamerayla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okuyun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!</a:t>
            </a:r>
          </a:p>
          <a:p>
            <a:pPr marL="612378" lvl="1" indent="-306190">
              <a:lnSpc>
                <a:spcPts val="397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Offline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Çalışma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: İnternet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olmasa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da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sayıma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devam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edin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.</a:t>
            </a:r>
          </a:p>
          <a:p>
            <a:pPr marL="612378" lvl="1" indent="-306190">
              <a:lnSpc>
                <a:spcPts val="397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Sıfır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Donanım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Maliyeti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: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Ekipman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değil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,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akıllı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telefonunuzu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kullanın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.</a:t>
            </a:r>
          </a:p>
          <a:p>
            <a:pPr marL="612378" lvl="1" indent="-306190">
              <a:lnSpc>
                <a:spcPts val="3970"/>
              </a:lnSpc>
              <a:spcBef>
                <a:spcPct val="0"/>
              </a:spcBef>
              <a:buFont typeface="Arial"/>
              <a:buChar char="•"/>
            </a:pP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Excel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Entegrasyonu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: Tek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tıkla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raporlayın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,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anında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dışa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aktarın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.</a:t>
            </a:r>
          </a:p>
          <a:p>
            <a:pPr>
              <a:lnSpc>
                <a:spcPts val="3970"/>
              </a:lnSpc>
              <a:spcBef>
                <a:spcPct val="0"/>
              </a:spcBef>
            </a:pPr>
            <a:endParaRPr lang="en-US" sz="2836" dirty="0">
              <a:solidFill>
                <a:srgbClr val="3A4D51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16180594" y="6634213"/>
            <a:ext cx="3055996" cy="2998696"/>
          </a:xfrm>
          <a:custGeom>
            <a:avLst/>
            <a:gdLst/>
            <a:ahLst/>
            <a:cxnLst/>
            <a:rect l="l" t="t" r="r" b="b"/>
            <a:pathLst>
              <a:path w="2159362" h="2118874">
                <a:moveTo>
                  <a:pt x="0" y="0"/>
                </a:moveTo>
                <a:lnTo>
                  <a:pt x="2159363" y="0"/>
                </a:lnTo>
                <a:lnTo>
                  <a:pt x="2159363" y="2118875"/>
                </a:lnTo>
                <a:lnTo>
                  <a:pt x="0" y="2118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3607"/>
          </a:p>
        </p:txBody>
      </p:sp>
      <p:grpSp>
        <p:nvGrpSpPr>
          <p:cNvPr id="22" name="Group 22"/>
          <p:cNvGrpSpPr/>
          <p:nvPr/>
        </p:nvGrpSpPr>
        <p:grpSpPr>
          <a:xfrm>
            <a:off x="10202455" y="9991154"/>
            <a:ext cx="9884240" cy="7974152"/>
            <a:chOff x="0" y="0"/>
            <a:chExt cx="1157939" cy="9341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57939" cy="934172"/>
            </a:xfrm>
            <a:custGeom>
              <a:avLst/>
              <a:gdLst/>
              <a:ahLst/>
              <a:cxnLst/>
              <a:rect l="l" t="t" r="r" b="b"/>
              <a:pathLst>
                <a:path w="1157939" h="934172">
                  <a:moveTo>
                    <a:pt x="0" y="0"/>
                  </a:moveTo>
                  <a:lnTo>
                    <a:pt x="1157939" y="0"/>
                  </a:lnTo>
                  <a:lnTo>
                    <a:pt x="1157939" y="934172"/>
                  </a:lnTo>
                  <a:lnTo>
                    <a:pt x="0" y="934172"/>
                  </a:lnTo>
                  <a:close/>
                </a:path>
              </a:pathLst>
            </a:custGeom>
            <a:solidFill>
              <a:srgbClr val="D1DAD8"/>
            </a:solidFill>
          </p:spPr>
          <p:txBody>
            <a:bodyPr/>
            <a:lstStyle/>
            <a:p>
              <a:endParaRPr lang="en-US" sz="3607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1157939" cy="991322"/>
            </a:xfrm>
            <a:prstGeom prst="rect">
              <a:avLst/>
            </a:prstGeom>
          </p:spPr>
          <p:txBody>
            <a:bodyPr lIns="71894" tIns="71894" rIns="71894" bIns="71894" rtlCol="0" anchor="ctr"/>
            <a:lstStyle/>
            <a:p>
              <a:pPr algn="ctr">
                <a:lnSpc>
                  <a:spcPts val="5746"/>
                </a:lnSpc>
                <a:spcBef>
                  <a:spcPct val="0"/>
                </a:spcBef>
              </a:pPr>
              <a:endParaRPr sz="3607"/>
            </a:p>
          </p:txBody>
        </p:sp>
      </p:grpSp>
      <p:sp>
        <p:nvSpPr>
          <p:cNvPr id="25" name="Freeform 25"/>
          <p:cNvSpPr/>
          <p:nvPr/>
        </p:nvSpPr>
        <p:spPr>
          <a:xfrm>
            <a:off x="11463800" y="10198759"/>
            <a:ext cx="7530528" cy="7483462"/>
          </a:xfrm>
          <a:custGeom>
            <a:avLst/>
            <a:gdLst/>
            <a:ahLst/>
            <a:cxnLst/>
            <a:rect l="l" t="t" r="r" b="b"/>
            <a:pathLst>
              <a:path w="5321059" h="5287802">
                <a:moveTo>
                  <a:pt x="0" y="0"/>
                </a:moveTo>
                <a:lnTo>
                  <a:pt x="5321058" y="0"/>
                </a:lnTo>
                <a:lnTo>
                  <a:pt x="5321058" y="5287802"/>
                </a:lnTo>
                <a:lnTo>
                  <a:pt x="0" y="5287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3607"/>
          </a:p>
        </p:txBody>
      </p:sp>
      <p:grpSp>
        <p:nvGrpSpPr>
          <p:cNvPr id="26" name="Group 26"/>
          <p:cNvGrpSpPr/>
          <p:nvPr/>
        </p:nvGrpSpPr>
        <p:grpSpPr>
          <a:xfrm>
            <a:off x="1448335" y="10093051"/>
            <a:ext cx="8413596" cy="5809061"/>
            <a:chOff x="0" y="0"/>
            <a:chExt cx="985653" cy="6805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85653" cy="680532"/>
            </a:xfrm>
            <a:custGeom>
              <a:avLst/>
              <a:gdLst/>
              <a:ahLst/>
              <a:cxnLst/>
              <a:rect l="l" t="t" r="r" b="b"/>
              <a:pathLst>
                <a:path w="985653" h="680532">
                  <a:moveTo>
                    <a:pt x="0" y="0"/>
                  </a:moveTo>
                  <a:lnTo>
                    <a:pt x="985653" y="0"/>
                  </a:lnTo>
                  <a:lnTo>
                    <a:pt x="985653" y="680532"/>
                  </a:lnTo>
                  <a:lnTo>
                    <a:pt x="0" y="680532"/>
                  </a:lnTo>
                  <a:close/>
                </a:path>
              </a:pathLst>
            </a:custGeom>
            <a:ln w="38100" cap="sq">
              <a:solidFill>
                <a:srgbClr val="D1DAD8"/>
              </a:solidFill>
              <a:prstDash val="solid"/>
              <a:miter/>
            </a:ln>
          </p:spPr>
          <p:txBody>
            <a:bodyPr/>
            <a:lstStyle/>
            <a:p>
              <a:endParaRPr lang="en-US" sz="3607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985653" cy="737682"/>
            </a:xfrm>
            <a:prstGeom prst="rect">
              <a:avLst/>
            </a:prstGeom>
          </p:spPr>
          <p:txBody>
            <a:bodyPr lIns="71894" tIns="71894" rIns="71894" bIns="71894" rtlCol="0" anchor="ctr"/>
            <a:lstStyle/>
            <a:p>
              <a:pPr algn="ctr">
                <a:lnSpc>
                  <a:spcPts val="5746"/>
                </a:lnSpc>
                <a:spcBef>
                  <a:spcPct val="0"/>
                </a:spcBef>
              </a:pPr>
              <a:endParaRPr sz="3607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448335" y="10093051"/>
            <a:ext cx="8413596" cy="2291954"/>
            <a:chOff x="0" y="0"/>
            <a:chExt cx="985653" cy="26850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85653" cy="268503"/>
            </a:xfrm>
            <a:custGeom>
              <a:avLst/>
              <a:gdLst/>
              <a:ahLst/>
              <a:cxnLst/>
              <a:rect l="l" t="t" r="r" b="b"/>
              <a:pathLst>
                <a:path w="985653" h="268503">
                  <a:moveTo>
                    <a:pt x="0" y="0"/>
                  </a:moveTo>
                  <a:lnTo>
                    <a:pt x="985653" y="0"/>
                  </a:lnTo>
                  <a:lnTo>
                    <a:pt x="985653" y="268503"/>
                  </a:lnTo>
                  <a:lnTo>
                    <a:pt x="0" y="268503"/>
                  </a:lnTo>
                  <a:close/>
                </a:path>
              </a:pathLst>
            </a:custGeom>
            <a:solidFill>
              <a:srgbClr val="D1DAD8"/>
            </a:solidFill>
          </p:spPr>
          <p:txBody>
            <a:bodyPr/>
            <a:lstStyle/>
            <a:p>
              <a:endParaRPr lang="en-US" sz="3607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985653" cy="325653"/>
            </a:xfrm>
            <a:prstGeom prst="rect">
              <a:avLst/>
            </a:prstGeom>
          </p:spPr>
          <p:txBody>
            <a:bodyPr lIns="71894" tIns="71894" rIns="71894" bIns="71894" rtlCol="0" anchor="ctr"/>
            <a:lstStyle/>
            <a:p>
              <a:pPr algn="ctr">
                <a:lnSpc>
                  <a:spcPts val="5746"/>
                </a:lnSpc>
                <a:spcBef>
                  <a:spcPct val="0"/>
                </a:spcBef>
              </a:pPr>
              <a:endParaRPr sz="3607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48335" y="16331258"/>
            <a:ext cx="8413596" cy="1350963"/>
            <a:chOff x="0" y="0"/>
            <a:chExt cx="985653" cy="15826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85653" cy="158265"/>
            </a:xfrm>
            <a:custGeom>
              <a:avLst/>
              <a:gdLst/>
              <a:ahLst/>
              <a:cxnLst/>
              <a:rect l="l" t="t" r="r" b="b"/>
              <a:pathLst>
                <a:path w="985653" h="158265">
                  <a:moveTo>
                    <a:pt x="0" y="0"/>
                  </a:moveTo>
                  <a:lnTo>
                    <a:pt x="985653" y="0"/>
                  </a:lnTo>
                  <a:lnTo>
                    <a:pt x="985653" y="158265"/>
                  </a:lnTo>
                  <a:lnTo>
                    <a:pt x="0" y="158265"/>
                  </a:lnTo>
                  <a:close/>
                </a:path>
              </a:pathLst>
            </a:custGeom>
            <a:solidFill>
              <a:srgbClr val="D1DAD8"/>
            </a:solidFill>
          </p:spPr>
          <p:txBody>
            <a:bodyPr/>
            <a:lstStyle/>
            <a:p>
              <a:endParaRPr lang="en-US" sz="3607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985653" cy="215415"/>
            </a:xfrm>
            <a:prstGeom prst="rect">
              <a:avLst/>
            </a:prstGeom>
          </p:spPr>
          <p:txBody>
            <a:bodyPr lIns="71894" tIns="71894" rIns="71894" bIns="71894" rtlCol="0" anchor="ctr"/>
            <a:lstStyle/>
            <a:p>
              <a:pPr algn="ctr">
                <a:lnSpc>
                  <a:spcPts val="5744"/>
                </a:lnSpc>
                <a:spcBef>
                  <a:spcPct val="0"/>
                </a:spcBef>
              </a:pPr>
              <a:endParaRPr sz="3607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71576" y="18342745"/>
            <a:ext cx="8617389" cy="7293029"/>
            <a:chOff x="0" y="0"/>
            <a:chExt cx="8118711" cy="6870990"/>
          </a:xfrm>
        </p:grpSpPr>
        <p:sp>
          <p:nvSpPr>
            <p:cNvPr id="36" name="TextBox 36"/>
            <p:cNvSpPr txBox="1"/>
            <p:nvPr/>
          </p:nvSpPr>
          <p:spPr>
            <a:xfrm>
              <a:off x="224212" y="1763660"/>
              <a:ext cx="7894499" cy="50167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80535" lvl="1" indent="-290267">
                <a:lnSpc>
                  <a:spcPts val="3764"/>
                </a:lnSpc>
                <a:buAutoNum type="arabicPeriod"/>
              </a:pPr>
              <a:r>
                <a:rPr lang="en-US" sz="2689" b="1" dirty="0">
                  <a:solidFill>
                    <a:srgbClr val="3A4D5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TARAT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: </a:t>
              </a:r>
            </a:p>
            <a:p>
              <a:pPr>
                <a:lnSpc>
                  <a:spcPts val="3764"/>
                </a:lnSpc>
                <a:spcBef>
                  <a:spcPct val="0"/>
                </a:spcBef>
              </a:pP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 Akıllı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telefon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kamerasıyla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demirbaşın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seri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numarasını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OCR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ile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tara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.</a:t>
              </a:r>
            </a:p>
            <a:p>
              <a:pPr>
                <a:lnSpc>
                  <a:spcPts val="3764"/>
                </a:lnSpc>
                <a:spcBef>
                  <a:spcPct val="0"/>
                </a:spcBef>
              </a:pPr>
              <a:endParaRPr lang="en-US" sz="2689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  <a:p>
              <a:pPr marL="580535" lvl="1" indent="-290267">
                <a:lnSpc>
                  <a:spcPts val="3764"/>
                </a:lnSpc>
                <a:spcBef>
                  <a:spcPct val="0"/>
                </a:spcBef>
                <a:buAutoNum type="arabicPeriod"/>
              </a:pPr>
              <a:r>
                <a:rPr lang="en-US" sz="2689" b="1" dirty="0">
                  <a:solidFill>
                    <a:srgbClr val="3A4D5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DÜZENLE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: </a:t>
              </a:r>
            </a:p>
            <a:p>
              <a:pPr>
                <a:lnSpc>
                  <a:spcPts val="3764"/>
                </a:lnSpc>
                <a:spcBef>
                  <a:spcPct val="0"/>
                </a:spcBef>
              </a:pP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Konum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,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zimmet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ve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durum (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hurda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/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aktif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)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bilgisini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ekle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.</a:t>
              </a:r>
            </a:p>
            <a:p>
              <a:pPr>
                <a:lnSpc>
                  <a:spcPts val="3764"/>
                </a:lnSpc>
                <a:spcBef>
                  <a:spcPct val="0"/>
                </a:spcBef>
              </a:pPr>
              <a:endParaRPr lang="en-US" sz="2689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  <a:p>
              <a:pPr marL="580535" lvl="1" indent="-290267">
                <a:lnSpc>
                  <a:spcPts val="3764"/>
                </a:lnSpc>
                <a:spcBef>
                  <a:spcPct val="0"/>
                </a:spcBef>
                <a:buAutoNum type="arabicPeriod"/>
              </a:pPr>
              <a:r>
                <a:rPr lang="en-US" sz="2689" b="1" dirty="0">
                  <a:solidFill>
                    <a:srgbClr val="3A4D5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AKTARSIN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: </a:t>
              </a:r>
            </a:p>
            <a:p>
              <a:pPr>
                <a:lnSpc>
                  <a:spcPts val="3764"/>
                </a:lnSpc>
                <a:spcBef>
                  <a:spcPct val="0"/>
                </a:spcBef>
              </a:pP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Sayım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bitince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tüm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veriyi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tek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tıkla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Excel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formatında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bilgisayarına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2689" dirty="0" err="1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aktar</a:t>
              </a:r>
              <a:r>
                <a:rPr lang="en-US" sz="2689" dirty="0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.</a:t>
              </a:r>
            </a:p>
            <a:p>
              <a:pPr>
                <a:lnSpc>
                  <a:spcPts val="3764"/>
                </a:lnSpc>
                <a:spcBef>
                  <a:spcPct val="0"/>
                </a:spcBef>
              </a:pPr>
              <a:endParaRPr lang="en-US" sz="2689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52300" y="0"/>
              <a:ext cx="7926711" cy="1629418"/>
              <a:chOff x="0" y="0"/>
              <a:chExt cx="985653" cy="202611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985653" cy="202611"/>
              </a:xfrm>
              <a:custGeom>
                <a:avLst/>
                <a:gdLst/>
                <a:ahLst/>
                <a:cxnLst/>
                <a:rect l="l" t="t" r="r" b="b"/>
                <a:pathLst>
                  <a:path w="985653" h="202611">
                    <a:moveTo>
                      <a:pt x="0" y="0"/>
                    </a:moveTo>
                    <a:lnTo>
                      <a:pt x="985653" y="0"/>
                    </a:lnTo>
                    <a:lnTo>
                      <a:pt x="985653" y="202611"/>
                    </a:lnTo>
                    <a:lnTo>
                      <a:pt x="0" y="202611"/>
                    </a:lnTo>
                    <a:close/>
                  </a:path>
                </a:pathLst>
              </a:custGeom>
              <a:solidFill>
                <a:srgbClr val="D1DAD8"/>
              </a:solidFill>
            </p:spPr>
            <p:txBody>
              <a:bodyPr/>
              <a:lstStyle/>
              <a:p>
                <a:endParaRPr lang="en-US" sz="3607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57150"/>
                <a:ext cx="985653" cy="259761"/>
              </a:xfrm>
              <a:prstGeom prst="rect">
                <a:avLst/>
              </a:prstGeom>
            </p:spPr>
            <p:txBody>
              <a:bodyPr lIns="71894" tIns="71894" rIns="71894" bIns="71894" rtlCol="0" anchor="ctr"/>
              <a:lstStyle/>
              <a:p>
                <a:pPr algn="ctr">
                  <a:lnSpc>
                    <a:spcPts val="5746"/>
                  </a:lnSpc>
                  <a:spcBef>
                    <a:spcPct val="0"/>
                  </a:spcBef>
                </a:pPr>
                <a:endParaRPr sz="3607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008063" y="305175"/>
              <a:ext cx="5506128" cy="8094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68"/>
                </a:lnSpc>
              </a:pPr>
              <a:r>
                <a:rPr lang="en-US" sz="6118">
                  <a:solidFill>
                    <a:srgbClr val="3A4D5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NASIL ÇALIŞIR?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0" y="0"/>
              <a:ext cx="7979011" cy="6870990"/>
              <a:chOff x="0" y="0"/>
              <a:chExt cx="992156" cy="854379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992156" cy="854379"/>
              </a:xfrm>
              <a:custGeom>
                <a:avLst/>
                <a:gdLst/>
                <a:ahLst/>
                <a:cxnLst/>
                <a:rect l="l" t="t" r="r" b="b"/>
                <a:pathLst>
                  <a:path w="992156" h="854379">
                    <a:moveTo>
                      <a:pt x="0" y="0"/>
                    </a:moveTo>
                    <a:lnTo>
                      <a:pt x="992156" y="0"/>
                    </a:lnTo>
                    <a:lnTo>
                      <a:pt x="992156" y="854379"/>
                    </a:lnTo>
                    <a:lnTo>
                      <a:pt x="0" y="854379"/>
                    </a:lnTo>
                    <a:close/>
                  </a:path>
                </a:pathLst>
              </a:custGeom>
              <a:ln w="38100" cap="sq">
                <a:solidFill>
                  <a:srgbClr val="D1DAD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sz="3607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57150"/>
                <a:ext cx="992156" cy="911529"/>
              </a:xfrm>
              <a:prstGeom prst="rect">
                <a:avLst/>
              </a:prstGeom>
            </p:spPr>
            <p:txBody>
              <a:bodyPr lIns="71894" tIns="71894" rIns="71894" bIns="71894" rtlCol="0" anchor="ctr"/>
              <a:lstStyle/>
              <a:p>
                <a:pPr algn="ctr">
                  <a:lnSpc>
                    <a:spcPts val="5746"/>
                  </a:lnSpc>
                  <a:spcBef>
                    <a:spcPct val="0"/>
                  </a:spcBef>
                </a:pPr>
                <a:endParaRPr sz="3607"/>
              </a:p>
            </p:txBody>
          </p:sp>
        </p:grpSp>
      </p:grpSp>
      <p:sp>
        <p:nvSpPr>
          <p:cNvPr id="44" name="Freeform 44"/>
          <p:cNvSpPr/>
          <p:nvPr/>
        </p:nvSpPr>
        <p:spPr>
          <a:xfrm>
            <a:off x="1222003" y="25742774"/>
            <a:ext cx="7987304" cy="3050044"/>
          </a:xfrm>
          <a:custGeom>
            <a:avLst/>
            <a:gdLst/>
            <a:ahLst/>
            <a:cxnLst/>
            <a:rect l="l" t="t" r="r" b="b"/>
            <a:pathLst>
              <a:path w="5889350" h="2257086">
                <a:moveTo>
                  <a:pt x="0" y="0"/>
                </a:moveTo>
                <a:lnTo>
                  <a:pt x="5889350" y="0"/>
                </a:lnTo>
                <a:lnTo>
                  <a:pt x="5889350" y="2257086"/>
                </a:lnTo>
                <a:lnTo>
                  <a:pt x="0" y="22570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727" t="-86380" r="-45932" b="-117823"/>
            </a:stretch>
          </a:blipFill>
        </p:spPr>
        <p:txBody>
          <a:bodyPr/>
          <a:lstStyle/>
          <a:p>
            <a:endParaRPr lang="en-US" sz="3607"/>
          </a:p>
        </p:txBody>
      </p:sp>
      <p:sp>
        <p:nvSpPr>
          <p:cNvPr id="51" name="TextBox 51"/>
          <p:cNvSpPr txBox="1"/>
          <p:nvPr/>
        </p:nvSpPr>
        <p:spPr>
          <a:xfrm>
            <a:off x="2165430" y="10711009"/>
            <a:ext cx="6234438" cy="859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68"/>
              </a:lnSpc>
            </a:pPr>
            <a:r>
              <a:rPr lang="en-US" sz="6118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NEDEN CEPSAY?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028700" y="12557693"/>
            <a:ext cx="7040224" cy="29238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64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Karmaşık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envanter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süreçlerini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basitleştiren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CepSay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, OCR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teknolojisiyle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her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türlü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varlığı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anında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dijitalleştirir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. Manuel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hataları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sıfırlayan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ve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zaman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tasarrufu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sağlayan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bu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yerli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çözüm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,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işletmenize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hız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ve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tasarruf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200" dirty="0" err="1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getirir</a:t>
            </a:r>
            <a:r>
              <a:rPr lang="en-US" sz="320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165430" y="1508718"/>
            <a:ext cx="17284472" cy="1655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33"/>
              </a:lnSpc>
              <a:spcBef>
                <a:spcPct val="0"/>
              </a:spcBef>
            </a:pPr>
            <a:r>
              <a:rPr lang="en-US" sz="9952" b="1">
                <a:solidFill>
                  <a:srgbClr val="3A4D51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CEPSAY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165430" y="3107268"/>
            <a:ext cx="17284472" cy="10232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65"/>
              </a:lnSpc>
              <a:spcBef>
                <a:spcPct val="0"/>
              </a:spcBef>
            </a:pPr>
            <a:r>
              <a:rPr lang="en-US" sz="6118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DEMİRBAŞ SAYIMINDA DİJİTAL DEVRİM!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028700" y="4099539"/>
            <a:ext cx="17421202" cy="560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31"/>
              </a:lnSpc>
            </a:pPr>
            <a:r>
              <a:rPr lang="en-US" sz="3379" b="1" dirty="0" err="1">
                <a:solidFill>
                  <a:srgbClr val="3A4D51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Alkım</a:t>
            </a:r>
            <a:r>
              <a:rPr lang="en-US" sz="3379" b="1" dirty="0">
                <a:solidFill>
                  <a:srgbClr val="3A4D51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 </a:t>
            </a:r>
            <a:r>
              <a:rPr lang="en-US" sz="3379" b="1" dirty="0" err="1">
                <a:solidFill>
                  <a:srgbClr val="3A4D51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Gönenç</a:t>
            </a:r>
            <a:r>
              <a:rPr lang="en-US" sz="3379" b="1" dirty="0">
                <a:solidFill>
                  <a:srgbClr val="3A4D51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 Efe, Damla </a:t>
            </a:r>
            <a:r>
              <a:rPr lang="en-US" sz="3379" b="1" dirty="0" err="1">
                <a:solidFill>
                  <a:srgbClr val="3A4D51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Parlakyıldız</a:t>
            </a:r>
            <a:r>
              <a:rPr lang="en-US" sz="3379" b="1" dirty="0">
                <a:solidFill>
                  <a:srgbClr val="3A4D51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, Sarp Sünbül – Mentor: Dr. Fatma Günseli </a:t>
            </a:r>
            <a:r>
              <a:rPr lang="en-US" sz="3379" b="1" dirty="0" err="1">
                <a:solidFill>
                  <a:srgbClr val="3A4D51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Çıklaçandır</a:t>
            </a:r>
            <a:endParaRPr lang="en-US" sz="3379" b="1" dirty="0">
              <a:solidFill>
                <a:srgbClr val="3A4D51"/>
              </a:solidFill>
              <a:latin typeface="Nyutro Sans Bold"/>
              <a:ea typeface="Nyutro Sans Bold"/>
              <a:cs typeface="Nyutro Sans Bold"/>
              <a:sym typeface="Nyutro Sans Bold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498610" y="16550429"/>
            <a:ext cx="8363321" cy="7851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67"/>
              </a:lnSpc>
              <a:spcBef>
                <a:spcPct val="0"/>
              </a:spcBef>
            </a:pPr>
            <a:r>
              <a:rPr lang="en-US" sz="4690" dirty="0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SAYMAK DEĞIL, YÖNETMEK İÇİN!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811785" y="18679747"/>
            <a:ext cx="10392120" cy="2717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60628" lvl="1" indent="-330313">
              <a:lnSpc>
                <a:spcPts val="4284"/>
              </a:lnSpc>
              <a:buFont typeface="Arial"/>
              <a:buChar char="•"/>
            </a:pPr>
            <a:r>
              <a:rPr lang="en-US" sz="3060" b="1">
                <a:solidFill>
                  <a:srgbClr val="3A4D51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TERMINAL: YÜKSEK MALIYET, HANTAL YAPI, INTERNET BAĞIMLILIĞI.</a:t>
            </a:r>
          </a:p>
          <a:p>
            <a:pPr marL="660628" lvl="1" indent="-330313">
              <a:lnSpc>
                <a:spcPts val="4284"/>
              </a:lnSpc>
              <a:buFont typeface="Arial"/>
              <a:buChar char="•"/>
            </a:pPr>
            <a:r>
              <a:rPr lang="en-US" sz="3060" b="1">
                <a:solidFill>
                  <a:srgbClr val="3A4D51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CEPSAY: SIFIR MALIYET, HER AN CEBINIZDE, TAMAMEN OFFLINE</a:t>
            </a:r>
          </a:p>
          <a:p>
            <a:pPr>
              <a:lnSpc>
                <a:spcPts val="4284"/>
              </a:lnSpc>
              <a:spcBef>
                <a:spcPct val="0"/>
              </a:spcBef>
            </a:pPr>
            <a:endParaRPr lang="en-US" sz="3060" b="1">
              <a:solidFill>
                <a:srgbClr val="3A4D51"/>
              </a:solidFill>
              <a:latin typeface="Nyutro Sans Bold"/>
              <a:ea typeface="Nyutro Sans Bold"/>
              <a:cs typeface="Nyutro Sans Bold"/>
              <a:sym typeface="Nyutro Sans Bold"/>
            </a:endParaRPr>
          </a:p>
        </p:txBody>
      </p:sp>
      <p:sp>
        <p:nvSpPr>
          <p:cNvPr id="59" name="Freeform 59"/>
          <p:cNvSpPr/>
          <p:nvPr/>
        </p:nvSpPr>
        <p:spPr>
          <a:xfrm>
            <a:off x="16735117" y="21956712"/>
            <a:ext cx="3766995" cy="5967490"/>
          </a:xfrm>
          <a:custGeom>
            <a:avLst/>
            <a:gdLst/>
            <a:ahLst/>
            <a:cxnLst/>
            <a:rect l="l" t="t" r="r" b="b"/>
            <a:pathLst>
              <a:path w="2901048" h="4556905">
                <a:moveTo>
                  <a:pt x="0" y="0"/>
                </a:moveTo>
                <a:lnTo>
                  <a:pt x="2901048" y="0"/>
                </a:lnTo>
                <a:lnTo>
                  <a:pt x="2901048" y="4556905"/>
                </a:lnTo>
                <a:lnTo>
                  <a:pt x="0" y="45569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53" t="-418" r="-773" b="-29615"/>
            </a:stretch>
          </a:blipFill>
        </p:spPr>
        <p:txBody>
          <a:bodyPr/>
          <a:lstStyle/>
          <a:p>
            <a:endParaRPr lang="en-US" sz="3607"/>
          </a:p>
        </p:txBody>
      </p:sp>
      <p:sp>
        <p:nvSpPr>
          <p:cNvPr id="60" name="TextBox 60"/>
          <p:cNvSpPr txBox="1"/>
          <p:nvPr/>
        </p:nvSpPr>
        <p:spPr>
          <a:xfrm>
            <a:off x="10202455" y="21688965"/>
            <a:ext cx="5625133" cy="3862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0535" lvl="1" indent="-290267">
              <a:lnSpc>
                <a:spcPts val="3764"/>
              </a:lnSpc>
              <a:spcBef>
                <a:spcPct val="0"/>
              </a:spcBef>
              <a:buFont typeface="Arial"/>
              <a:buChar char="•"/>
            </a:pPr>
            <a:r>
              <a:rPr lang="en-US" sz="2689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Sanayi Tesisleri ve Fabrikalar</a:t>
            </a:r>
          </a:p>
          <a:p>
            <a:pPr marL="580535" lvl="1" indent="-290267">
              <a:lnSpc>
                <a:spcPts val="3764"/>
              </a:lnSpc>
              <a:spcBef>
                <a:spcPct val="0"/>
              </a:spcBef>
              <a:buFont typeface="Arial"/>
              <a:buChar char="•"/>
            </a:pPr>
            <a:r>
              <a:rPr lang="en-US" sz="2689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Hastaneler ve Sağlık Kuruluşları</a:t>
            </a:r>
          </a:p>
          <a:p>
            <a:pPr marL="580535" lvl="1" indent="-290267">
              <a:lnSpc>
                <a:spcPts val="3764"/>
              </a:lnSpc>
              <a:spcBef>
                <a:spcPct val="0"/>
              </a:spcBef>
              <a:buFont typeface="Arial"/>
              <a:buChar char="•"/>
            </a:pPr>
            <a:r>
              <a:rPr lang="en-US" sz="2689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Üniversiteler ve Kamu Binaları</a:t>
            </a:r>
          </a:p>
          <a:p>
            <a:pPr marL="580535" lvl="1" indent="-290267">
              <a:lnSpc>
                <a:spcPts val="3764"/>
              </a:lnSpc>
              <a:spcBef>
                <a:spcPct val="0"/>
              </a:spcBef>
              <a:buFont typeface="Arial"/>
              <a:buChar char="•"/>
            </a:pPr>
            <a:r>
              <a:rPr lang="en-US" sz="2689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Oteller ve Büyük Ofisler </a:t>
            </a:r>
          </a:p>
          <a:p>
            <a:pPr>
              <a:lnSpc>
                <a:spcPts val="3764"/>
              </a:lnSpc>
              <a:spcBef>
                <a:spcPct val="0"/>
              </a:spcBef>
            </a:pPr>
            <a:endParaRPr lang="en-US" sz="2689">
              <a:solidFill>
                <a:srgbClr val="3A4D51"/>
              </a:solidFill>
              <a:latin typeface="Nyutro Sans"/>
              <a:ea typeface="Nyutro Sans"/>
              <a:cs typeface="Nyutro Sans"/>
              <a:sym typeface="Nyutro Sans"/>
            </a:endParaRPr>
          </a:p>
          <a:p>
            <a:pPr algn="ctr">
              <a:lnSpc>
                <a:spcPts val="3764"/>
              </a:lnSpc>
              <a:spcBef>
                <a:spcPct val="0"/>
              </a:spcBef>
            </a:pPr>
            <a:r>
              <a:rPr lang="en-US" sz="2689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Hem de birçok endüstriyel</a:t>
            </a:r>
          </a:p>
          <a:p>
            <a:pPr algn="ctr">
              <a:lnSpc>
                <a:spcPts val="3764"/>
              </a:lnSpc>
              <a:spcBef>
                <a:spcPct val="0"/>
              </a:spcBef>
            </a:pPr>
            <a:r>
              <a:rPr lang="en-US" sz="2689">
                <a:solidFill>
                  <a:srgbClr val="3A4D51"/>
                </a:solidFill>
                <a:latin typeface="Nyutro Sans"/>
                <a:ea typeface="Nyutro Sans"/>
                <a:cs typeface="Nyutro Sans"/>
                <a:sym typeface="Nyutro Sans"/>
              </a:rPr>
              <a:t> alana uygun!</a:t>
            </a:r>
          </a:p>
          <a:p>
            <a:pPr algn="ctr">
              <a:lnSpc>
                <a:spcPts val="3764"/>
              </a:lnSpc>
              <a:spcBef>
                <a:spcPct val="0"/>
              </a:spcBef>
            </a:pPr>
            <a:endParaRPr lang="en-US" sz="2689">
              <a:solidFill>
                <a:srgbClr val="3A4D51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grpSp>
        <p:nvGrpSpPr>
          <p:cNvPr id="61" name="Google Shape;107;p13">
            <a:extLst>
              <a:ext uri="{FF2B5EF4-FFF2-40B4-BE49-F238E27FC236}">
                <a16:creationId xmlns:a16="http://schemas.microsoft.com/office/drawing/2014/main" id="{E23EC3AF-E257-5FD4-7093-9F9174BD8460}"/>
              </a:ext>
            </a:extLst>
          </p:cNvPr>
          <p:cNvGrpSpPr/>
          <p:nvPr/>
        </p:nvGrpSpPr>
        <p:grpSpPr>
          <a:xfrm>
            <a:off x="4125912" y="28695650"/>
            <a:ext cx="13136562" cy="1570037"/>
            <a:chOff x="3302000" y="28695478"/>
            <a:chExt cx="13136563" cy="1569660"/>
          </a:xfrm>
        </p:grpSpPr>
        <p:pic>
          <p:nvPicPr>
            <p:cNvPr id="62" name="Google Shape;108;p13">
              <a:extLst>
                <a:ext uri="{FF2B5EF4-FFF2-40B4-BE49-F238E27FC236}">
                  <a16:creationId xmlns:a16="http://schemas.microsoft.com/office/drawing/2014/main" id="{81EBE6B0-A815-3C6F-711E-BD953232294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r="71882"/>
            <a:stretch/>
          </p:blipFill>
          <p:spPr>
            <a:xfrm>
              <a:off x="3302000" y="28779788"/>
              <a:ext cx="1646237" cy="1463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109;p13">
              <a:extLst>
                <a:ext uri="{FF2B5EF4-FFF2-40B4-BE49-F238E27FC236}">
                  <a16:creationId xmlns:a16="http://schemas.microsoft.com/office/drawing/2014/main" id="{73F758A5-B20E-AB01-1F2F-72A27AB9F9A4}"/>
                </a:ext>
              </a:extLst>
            </p:cNvPr>
            <p:cNvSpPr txBox="1"/>
            <p:nvPr/>
          </p:nvSpPr>
          <p:spPr>
            <a:xfrm>
              <a:off x="4948237" y="28695478"/>
              <a:ext cx="11490326" cy="1569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Calibri"/>
                <a:buNone/>
              </a:pPr>
              <a:r>
                <a:rPr lang="en-US" sz="4800" b="1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Genç  </a:t>
              </a:r>
              <a:r>
                <a:rPr lang="en-US" sz="4800" b="1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Beyinler</a:t>
              </a:r>
              <a:r>
                <a:rPr lang="en-US" sz="4800" b="1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Yeni  </a:t>
              </a:r>
              <a:r>
                <a:rPr lang="en-US" sz="4800" b="1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Fikirler</a:t>
              </a:r>
              <a:endParaRPr dirty="0"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800"/>
                <a:buFont typeface="Calibri"/>
                <a:buNone/>
              </a:pPr>
              <a:r>
                <a:rPr lang="en-US" sz="4800" b="0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Proje</a:t>
              </a:r>
              <a:r>
                <a:rPr lang="en-US" sz="4800" b="0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4800" b="0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Pazarı</a:t>
              </a:r>
              <a:r>
                <a:rPr lang="en-US" sz="4800" b="0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4800" b="0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</a:t>
              </a:r>
              <a:r>
                <a:rPr lang="en-US" sz="4800" b="0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4800" b="0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Bitirme</a:t>
              </a:r>
              <a:r>
                <a:rPr lang="en-US" sz="4800" b="0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4800" b="0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Projeleri</a:t>
              </a:r>
              <a:r>
                <a:rPr lang="en-US" sz="4800" b="0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4800" b="0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Ortak</a:t>
              </a:r>
              <a:r>
                <a:rPr lang="en-US" sz="4800" b="0" i="0" u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4800" b="0" i="0" u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Sergisi</a:t>
              </a:r>
              <a:endParaRPr dirty="0"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1F758FF6-443F-23CF-BE1C-65A057594C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43" t="37522" r="21209" b="38723"/>
          <a:stretch>
            <a:fillRect/>
          </a:stretch>
        </p:blipFill>
        <p:spPr>
          <a:xfrm>
            <a:off x="0" y="86639"/>
            <a:ext cx="5893594" cy="2944572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0C6FE74F-4509-2F62-B2F0-4A8DBBFD0D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4136" y="26074790"/>
            <a:ext cx="6965874" cy="23860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214</Words>
  <Application>Microsoft Office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Nyutro Sans</vt:lpstr>
      <vt:lpstr>Arial</vt:lpstr>
      <vt:lpstr>Nyutro Sans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Açık Yeşil ve Beyaz, Modern ve Düzenli, Mimari Proje Paftası Afiş</dc:title>
  <cp:lastModifiedBy>Sarp Sünbül</cp:lastModifiedBy>
  <cp:revision>3</cp:revision>
  <dcterms:created xsi:type="dcterms:W3CDTF">2006-08-16T00:00:00Z</dcterms:created>
  <dcterms:modified xsi:type="dcterms:W3CDTF">2026-05-15T12:25:11Z</dcterms:modified>
  <dc:identifier>DAHJFqJZcFs</dc:identifier>
</cp:coreProperties>
</file>